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</a:rPr>
              <a:t>学习星球打卡任务管理系统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9FC5E8"/>
                </a:solidFill>
                <a:latin typeface="微软雅黑"/>
              </a:rPr>
              <a:t>项目说明书（演示版）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BFD7EF"/>
                </a:solidFill>
                <a:latin typeface="微软雅黑"/>
              </a:rPr>
              <a:t>软件版本：V1.2.0    编制日期：2026 年 8 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8FAAC8"/>
                </a:solidFill>
                <a:latin typeface="微软雅黑"/>
              </a:rPr>
              <a:t>内部资料 · 软件著作权登记配套材料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目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10058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D4D"/>
                </a:solidFill>
                <a:latin typeface="微软雅黑"/>
              </a:rPr>
              <a:t>一、项目背景与建设目标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D"/>
                </a:solidFill>
                <a:latin typeface="微软雅黑"/>
              </a:rPr>
              <a:t>二、软件概述与构成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D"/>
                </a:solidFill>
                <a:latin typeface="微软雅黑"/>
              </a:rPr>
              <a:t>三、系统总体架构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D"/>
                </a:solidFill>
                <a:latin typeface="微软雅黑"/>
              </a:rPr>
              <a:t>四、技术选型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D"/>
                </a:solidFill>
                <a:latin typeface="微软雅黑"/>
              </a:rPr>
              <a:t>五、功能模块设计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D"/>
                </a:solidFill>
                <a:latin typeface="微软雅黑"/>
              </a:rPr>
              <a:t>六、核心业务流程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D"/>
                </a:solidFill>
                <a:latin typeface="微软雅黑"/>
              </a:rPr>
              <a:t>七、数据库设计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D"/>
                </a:solidFill>
                <a:latin typeface="微软雅黑"/>
              </a:rPr>
              <a:t>八、接口设计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D"/>
                </a:solidFill>
                <a:latin typeface="微软雅黑"/>
              </a:rPr>
              <a:t>九、用户端与管理后台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D"/>
                </a:solidFill>
                <a:latin typeface="微软雅黑"/>
              </a:rPr>
              <a:t>十、部署与运维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D"/>
                </a:solidFill>
                <a:latin typeface="微软雅黑"/>
              </a:rPr>
              <a:t>十一、测试与质量保障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D"/>
                </a:solidFill>
                <a:latin typeface="微软雅黑"/>
              </a:rPr>
              <a:t>十二、总结与展望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一、项目背景与建设目标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传统学习任务管理痛点：纸质清单记录分散、进度难监督、统计繁琐、缺乏激励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家长对孩子的学习过程管理与习惯养成日益重视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需要信息化手段统一管理学习任务、记录打卡、游戏化激励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建设目标：构建“任务—打卡—积分—徽章—统计”完整闭环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降低使用门槛：微信小程序即用即走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多角色协同：家长 / 家属 / 学生共同参与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安全可控：鉴权、限流、审计、数据隔离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二、软件概述与构成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面向中小学生家庭的在线学习打卡与成长管理平台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三端架构：微信小程序端 + 云托管后端（Node.js/Express）+ Web 管理后台（React）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核心激励体系：积分账本、10 级等级成长、数十枚成就徽章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3566160" cy="2011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4A90D9"/>
                </a:solidFill>
                <a:latin typeface="微软雅黑"/>
              </a:rPr>
              <a:t>微信小程序端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D4D"/>
                </a:solidFill>
                <a:latin typeface="微软雅黑"/>
              </a:rPr>
              <a:t>登录/任务/打卡/积分/徽章/身份切换/孩子档案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749039"/>
            <a:ext cx="3566160" cy="2011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4A90D9"/>
                </a:solidFill>
                <a:latin typeface="微软雅黑"/>
              </a:rPr>
              <a:t>云托管后端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52628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D4D"/>
                </a:solidFill>
                <a:latin typeface="微软雅黑"/>
              </a:rPr>
              <a:t>认证/任务/打卡/积分/徽章/统计/通知/审计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749039"/>
            <a:ext cx="3566160" cy="20116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9319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4A90D9"/>
                </a:solidFill>
                <a:latin typeface="微软雅黑"/>
              </a:rPr>
              <a:t>Web 管理后台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52628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D4D"/>
                </a:solidFill>
                <a:latin typeface="微软雅黑"/>
              </a:rPr>
              <a:t>用户/任务/打卡审核/字典/监控/审计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三、系统总体架构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pic>
        <p:nvPicPr>
          <p:cNvPr id="7" name="Picture 6" descr="01_系统架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143000"/>
            <a:ext cx="9144000" cy="5852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/>
              </a:rPr>
              <a:t>图：系统总体架构图（客户端层 / 应用服务层 / 数据存储层）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四、技术选型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层次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技术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小程序前端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微信小程序 + JavaScript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页面与组件使用微信原生小程序技术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后台前端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React 18 + Ant Design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管理后台界面与组件库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后端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Node.js 18 + Express 4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REST 接口服务与中间件体系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数据库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MySQL 8.0（utf8mb4 / InnoDB）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业务数据持久化存储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鉴权 / 密码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JWT + bcrypt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令牌鉴权与密码单向哈希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媒体处理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sharp / ffmpeg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图片压缩与音视频处理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部署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Docker + 微信云托管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容器化部署与弹性伸缩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五、功能模块设计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模块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主要职责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用户认证模块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注册登录、令牌签发、身份绑定与切换、账号注销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任务管理模块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任务增删改查、状态流转、派发与合集归类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打卡管理模块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打卡提交、查询、审核与删除、媒体管理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积分与徽章模块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积分账本、等级计算、徽章解锁与展示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数据统计模块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学习仪表盘、趋势统计、科目分布、分级提醒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管理后台模块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用户/任务/打卡管理、数据字典、系统监控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消息通知模块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订阅授权、审核结果与打卡提醒推送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系统安全模块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接口限流、操作审计、邀请码管理、PIN 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六、核心业务流程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业务主线：建任务 → 做任务 → 打打卡 → 审内容 → 得积分 → 领徽章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激励闭环：打卡通过 +10 分、任务完成 +30 分，等级 10 级封顶，徽章自动解锁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D4D"/>
                </a:solidFill>
                <a:latin typeface="微软雅黑"/>
              </a:rPr>
              <a:t>登录认证流程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D4D"/>
                </a:solidFill>
                <a:latin typeface="微软雅黑"/>
              </a:rPr>
              <a:t>打卡审核流程</a:t>
            </a:r>
          </a:p>
        </p:txBody>
      </p:sp>
      <p:pic>
        <p:nvPicPr>
          <p:cNvPr id="10" name="Picture 9" descr="02_登录认证流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0"/>
            <a:ext cx="5394960" cy="3716528"/>
          </a:xfrm>
          <a:prstGeom prst="rect">
            <a:avLst/>
          </a:prstGeom>
        </p:spPr>
      </p:pic>
      <p:pic>
        <p:nvPicPr>
          <p:cNvPr id="11" name="Picture 10" descr="03_打卡审核流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0"/>
            <a:ext cx="5394960" cy="38535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七、数据库设计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pic>
        <p:nvPicPr>
          <p:cNvPr id="7" name="Picture 6" descr="04_数据模型ER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143000"/>
            <a:ext cx="9144000" cy="5669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/>
              </a:rPr>
              <a:t>图：核心数据模型关系图（ER）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七、数据库设计 · 主要数据表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表名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主键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t_user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用户表，账号/姓名/角色/状态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t_task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学习任务表，标题/科目/状态/分值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t_task_assignee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复合主键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任务派发关系（任务 ↔ 学生）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t_checkin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打卡表，内容/媒体/审核状态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t_point_log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积分账本流水表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t_student_profile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student_id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学生档案，积分余额/连击天数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t_badge_unlock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徽章解锁记录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t_audit_log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操作审计日志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八、接口设计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接口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/api/auth/login · register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登录 / 注册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/api/user/profile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GET/POST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查询 / 更新个人资料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/api/task/list · create · update · delete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GET/POST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任务管理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/api/checkin/create · list ·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GET/POST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打卡提交 / 查询 / 审核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/api/point/logs · balance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积分明细 / 余额等级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/api/badge/mine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我的徽章墙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/api/admin/user/list · stats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后台用户管理 / 统计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66344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D4D"/>
                </a:solidFill>
                <a:latin typeface="微软雅黑"/>
              </a:rPr>
              <a:t>▪ REST 风格，JSON 数据格式，统一返回 code / message / data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D4D"/>
                </a:solidFill>
                <a:latin typeface="微软雅黑"/>
              </a:rPr>
              <a:t>▪ JWT 令牌鉴权，错误码规范：400 参数 · 401 未登录 · 403 无权限 · 404 不存在 · 429 限流 · 500 异常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九、用户端（小程序）功能总览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首页概览：连击天数 / 积分 / 徽章 / 今日提醒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任务列表与详情、发布新任务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每日打卡：文字 + 图片 + 语音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积分等级与徽章墙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身份选择与切换（家长 / 家属 / 学生，PIN 锁）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孩子档案维护与邀请码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家属共享、学习合集与科目管理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账号注销（立即 / 7 天冷静期）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九、管理后台功能总览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数据概览：任务 / 打卡 / 用户核心指标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用户管理：搜索、启用禁用、密码重置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任务管理与打卡审核（通过 / 驳回）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学习仪表盘：学生视角统计、趋势与科目分布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数据字典：科目、状态等配置维护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系统监控：运行指标、接口链路追踪、慢请求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邀请码管理、注销管理、操作审计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十、部署与运维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部署环境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Linux + Node.js 18 + MySQL 8.0 + Docker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部署方式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Docker 镜像构建，微信云托管部署与自动伸缩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数据保障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每日全量备份、小时级增量备份、异地存储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容灾高可用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多实例负载均衡、健康检查、故障自动恢复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升级方式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D4D"/>
                          </a:solidFill>
                        </a:rPr>
                        <a:t>滚动发布、增量升级脚本、回归测试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十一、测试与质量保障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功能测试：注册登录 / 任务 / 打卡 / 审核 / 积分徽章 / 权限控制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数据一致性：级联删除、幂等计分、事务回滚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性能指标：平均响应 500ms 以内、单实例 50 并发以上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安全测试：鉴权、越权、注入、限流防护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兼容性：iOS / Android、主流浏览器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版本发布检查清单：功能 / 回归 / 数据 / 安全 / 监控 / 文档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十二、总结与展望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学习星球打卡任务管理系统 · 项目说明书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已实现任务管理、每日打卡、内容审核、积分账本、成就徽章、数据统计完整闭环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多角色协同 + 游戏化激励 + 安全可控，满足家庭学习管理核心需求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4D"/>
                </a:solidFill>
                <a:latin typeface="微软雅黑"/>
              </a:rPr>
              <a:t>▪ 架构清晰、接口规范、可观测可运维，具备良好的扩展性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D4D"/>
                </a:solidFill>
                <a:latin typeface="微软雅黑"/>
              </a:rPr>
              <a:t>后续规划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D4D"/>
                </a:solidFill>
                <a:latin typeface="微软雅黑"/>
              </a:rPr>
              <a:t>▪ 多校区 / 多班级组织管理，学情分析报告，更多激励玩法与消息触达场景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